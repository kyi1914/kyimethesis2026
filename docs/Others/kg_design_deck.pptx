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44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Design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retrieval-focused graph for the PDPA Graph-RAG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pdpav6.ttl ontology  +  pdpa_Extract113.pdf statute text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Graph Is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pdpav6.ttl — RDF/OWL ontology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pdpa_Extract113.pdf — statute text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86200" y="3063240"/>
            <a:ext cx="640080" cy="365760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17720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build_pdpa_graph.py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288036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rdflib (TTL) + pdfplumber (PDF)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section text on :Section nodes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3063240"/>
            <a:ext cx="640080" cy="365760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95360" y="192024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2032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2396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23960" y="2697480"/>
            <a:ext cx="2697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Chapters, Parts, Sections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and citations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Retrieval-focused shape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878977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section text is stored on the Section nodes, so cited retrieval always returns real text.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Schema and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Node Labels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9659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4612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2651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33375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3337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LawfulBasis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402336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6F4F1"/>
          </a:solidFill>
          <a:ln w="12700">
            <a:solidFill>
              <a:srgbClr val="5EA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4023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ConsentException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Relationship Types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HAS_CHAPTER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06840" y="196596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06840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HAS_PART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2532888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25328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HAS_SECTION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06840" y="2532888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06840" y="25328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DEFINED_IN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099816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30998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CITED_IN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06840" y="3099816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06840" y="30998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GROUNDED_IN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666744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36667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SUBCLASS_OF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06840" y="3666744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006840" y="36667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4233672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4233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Chapters I–II  •  Sections 1–29   (out-of-scope sections kept as empty stubs so gaps stay visible)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Result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E6F4F1"/>
          </a:solidFill>
          <a:ln w="1778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E6F4F1"/>
          </a:solidFill>
          <a:ln w="1778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343400" y="2423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E6F4F1"/>
          </a:solidFill>
          <a:ln w="1778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15544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04672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keys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E6F4F1"/>
          </a:solidFill>
          <a:ln w="1778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labels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320040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E6F4F1"/>
          </a:solidFill>
          <a:ln w="1778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43400" y="33832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343400" y="4251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types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2004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0F766E"/>
          </a:solidFill>
          <a:ln w="17780">
            <a:solidFill>
              <a:srgbClr val="0F766E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04672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edges (CITED_IN)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sections in scope.  </a:t>
            </a: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the build: 1,194 triples across 85 ontology classes.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can be queried with Cypher to return each section together with its concepts.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83080" y="1508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rdflib, not NeoSemantics (n10s)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2011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retrieval-focused graph gave better performance when the language model generated Cypher queries automatically.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83080" y="3063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text stored on the Section nodes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83080" y="35661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research questions depend on retrieval quality, so the graph was shaped around the text the system must cite.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83080" y="4617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hierarchy and concepts in one graph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783080" y="5120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Chapters, parts, and sections form the spine; concepts and citation edges sit on top, so answers can be traced to their section.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Graph vs. n10s Graph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E6F4F1"/>
          </a:solidFill>
          <a:ln w="21590">
            <a:solidFill>
              <a:srgbClr val="5EAFA4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graph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0624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labels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0624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edges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06240" y="3977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F3F4F6"/>
          </a:solidFill>
          <a:ln w="15240">
            <a:solidFill>
              <a:srgbClr val="D1D5DB"/>
            </a:solidFill>
            <a:prstDash val="solid"/>
          </a:ln>
          <a:effectLst>
            <a:outerShdw blurRad="76200" dist="38100" dir="5400000" algn="bl" rotWithShape="0">
              <a:srgbClr val="9CA3A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n10s graph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87552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87552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labels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87552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edges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875520" y="3977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graph replaced the n10s graph: its retrieval-oriented structure and explicit citation edges were better suited to the question-answering task.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374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Kyi Thin Nu</cp:lastModifiedBy>
  <cp:revision>2</cp:revision>
  <dcterms:created xsi:type="dcterms:W3CDTF">2026-07-17T10:05:30Z</dcterms:created>
  <dcterms:modified xsi:type="dcterms:W3CDTF">2026-07-17T17:02:14Z</dcterms:modified>
</cp:coreProperties>
</file>